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7183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work/mot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1512" y="5029200"/>
            <a:ext cx="2011680" cy="1508760"/>
          </a:xfrm>
          <a:prstGeom prst="rect">
            <a:avLst/>
          </a:prstGeom>
        </p:spPr>
      </p:pic>
      <p:pic>
        <p:nvPicPr>
          <p:cNvPr id="4" name="Image 2" descr="/tmp/work/maxim_logo_transparent_subtit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6874" y="1208123"/>
            <a:ext cx="12965747" cy="329130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914400" y="4160520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6" name="Text 1"/>
          <p:cNvSpPr/>
          <p:nvPr/>
        </p:nvSpPr>
        <p:spPr>
          <a:xfrm>
            <a:off x="914400" y="480060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7" name="Text 2"/>
          <p:cNvSpPr/>
          <p:nvPr/>
        </p:nvSpPr>
        <p:spPr>
          <a:xfrm>
            <a:off x="914400" y="60807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pic>
        <p:nvPicPr>
          <p:cNvPr id="9" name="Image 0" descr="/tmp/work/motif.png">
            <a:extLst>
              <a:ext uri="{FF2B5EF4-FFF2-40B4-BE49-F238E27FC236}">
                <a16:creationId xmlns:a16="http://schemas.microsoft.com/office/drawing/2014/main" id="{B3C59680-4528-590A-6C85-4B4314E88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038" y="241536"/>
            <a:ext cx="2011680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2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work/motif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0085832" y="5257800"/>
            <a:ext cx="1737360" cy="1303020"/>
          </a:xfrm>
          <a:prstGeom prst="rect">
            <a:avLst/>
          </a:prstGeom>
        </p:spPr>
      </p:pic>
      <p:pic>
        <p:nvPicPr>
          <p:cNvPr id="3" name="Image 1" descr="/tmp/work/maxim_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57200"/>
            <a:ext cx="1463040" cy="41801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13716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Agenda</a:t>
            </a:r>
            <a:endParaRPr lang="en-US" sz="3400" dirty="0"/>
          </a:p>
        </p:txBody>
      </p:sp>
      <p:sp>
        <p:nvSpPr>
          <p:cNvPr id="5" name="Shape 1"/>
          <p:cNvSpPr/>
          <p:nvPr/>
        </p:nvSpPr>
        <p:spPr>
          <a:xfrm>
            <a:off x="548640" y="2331720"/>
            <a:ext cx="566928" cy="566928"/>
          </a:xfrm>
          <a:prstGeom prst="rect">
            <a:avLst/>
          </a:prstGeom>
          <a:solidFill>
            <a:srgbClr val="4682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54864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371600" y="22951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371600" y="264261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48640" y="3081528"/>
            <a:ext cx="566928" cy="566928"/>
          </a:xfrm>
          <a:prstGeom prst="rect">
            <a:avLst/>
          </a:prstGeom>
          <a:solidFill>
            <a:srgbClr val="4682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48640" y="3081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371600" y="30449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371600" y="339242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831336"/>
            <a:ext cx="566928" cy="566928"/>
          </a:xfrm>
          <a:prstGeom prst="rect">
            <a:avLst/>
          </a:prstGeom>
          <a:solidFill>
            <a:srgbClr val="4682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548640" y="3831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371600" y="3794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371600" y="41422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4581144"/>
            <a:ext cx="566928" cy="566928"/>
          </a:xfrm>
          <a:prstGeom prst="rect">
            <a:avLst/>
          </a:prstGeom>
          <a:solidFill>
            <a:srgbClr val="4682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548640" y="45811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1371600" y="45445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1371600" y="4892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48640" y="5330952"/>
            <a:ext cx="566928" cy="566928"/>
          </a:xfrm>
          <a:prstGeom prst="rect">
            <a:avLst/>
          </a:prstGeom>
          <a:solidFill>
            <a:srgbClr val="4682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548640" y="5330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1371600" y="529437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1371600" y="564184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work/motif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9811512" y="548640"/>
            <a:ext cx="1920240" cy="1440180"/>
          </a:xfrm>
          <a:prstGeom prst="rect">
            <a:avLst/>
          </a:prstGeom>
        </p:spPr>
      </p:pic>
      <p:pic>
        <p:nvPicPr>
          <p:cNvPr id="3" name="Image 1" descr="/tmp/work/motif.png"/>
          <p:cNvPicPr>
            <a:picLocks noChangeAspect="1"/>
          </p:cNvPicPr>
          <p:nvPr/>
        </p:nvPicPr>
        <p:blipFill>
          <a:blip r:embed="rId3">
            <a:alphaModFix amt="65000"/>
          </a:blip>
          <a:stretch>
            <a:fillRect/>
          </a:stretch>
        </p:blipFill>
        <p:spPr>
          <a:xfrm>
            <a:off x="-457200" y="5166360"/>
            <a:ext cx="2194560" cy="16459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23317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353E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9000" dirty="0"/>
          </a:p>
        </p:txBody>
      </p:sp>
      <p:sp>
        <p:nvSpPr>
          <p:cNvPr id="5" name="Text 1"/>
          <p:cNvSpPr/>
          <p:nvPr/>
        </p:nvSpPr>
        <p:spPr>
          <a:xfrm>
            <a:off x="868680" y="3611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91440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work/maxim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8712" y="411480"/>
            <a:ext cx="1371600" cy="3918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0C1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Highlights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40080" y="1655064"/>
            <a:ext cx="201168" cy="201168"/>
          </a:xfrm>
          <a:prstGeom prst="rect">
            <a:avLst/>
          </a:prstGeom>
          <a:solidFill>
            <a:srgbClr val="4682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051560" y="16002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51560" y="194767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798064"/>
            <a:ext cx="201168" cy="201168"/>
          </a:xfrm>
          <a:prstGeom prst="rect">
            <a:avLst/>
          </a:prstGeom>
          <a:solidFill>
            <a:srgbClr val="4682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51560" y="27432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51560" y="309067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3941064"/>
            <a:ext cx="201168" cy="201168"/>
          </a:xfrm>
          <a:prstGeom prst="rect">
            <a:avLst/>
          </a:prstGeom>
          <a:solidFill>
            <a:srgbClr val="4682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51560" y="38862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051560" y="423367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" y="5084064"/>
            <a:ext cx="201168" cy="201168"/>
          </a:xfrm>
          <a:prstGeom prst="rect">
            <a:avLst/>
          </a:prstGeom>
          <a:solidFill>
            <a:srgbClr val="4682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51560" y="50292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051560" y="537667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work/maxim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8712" y="411480"/>
            <a:ext cx="1371600" cy="3918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0C1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Approach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146304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2880360"/>
            <a:ext cx="457200" cy="457200"/>
          </a:xfrm>
          <a:prstGeom prst="rect">
            <a:avLst/>
          </a:prstGeom>
          <a:solidFill>
            <a:srgbClr val="4682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28529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34440" y="317296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3840480"/>
            <a:ext cx="457200" cy="457200"/>
          </a:xfrm>
          <a:prstGeom prst="rect">
            <a:avLst/>
          </a:prstGeom>
          <a:solidFill>
            <a:srgbClr val="4DA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00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234440" y="38130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34440" y="413308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4800600"/>
            <a:ext cx="457200" cy="457200"/>
          </a:xfrm>
          <a:prstGeom prst="rect">
            <a:avLst/>
          </a:prstGeom>
          <a:solidFill>
            <a:srgbClr val="1C2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008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34440" y="47731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34440" y="509320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400800" y="1417320"/>
            <a:ext cx="5120640" cy="4754880"/>
          </a:xfrm>
          <a:prstGeom prst="rect">
            <a:avLst/>
          </a:prstGeom>
          <a:solidFill>
            <a:srgbClr val="1C2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812280" y="17830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6812280" y="2523744"/>
            <a:ext cx="128016" cy="128016"/>
          </a:xfrm>
          <a:prstGeom prst="rect">
            <a:avLst/>
          </a:prstGeom>
          <a:solidFill>
            <a:srgbClr val="68E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086600" y="2468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812280" y="3054096"/>
            <a:ext cx="128016" cy="128016"/>
          </a:xfrm>
          <a:prstGeom prst="rect">
            <a:avLst/>
          </a:prstGeom>
          <a:solidFill>
            <a:srgbClr val="68E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086600" y="29992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812280" y="3584448"/>
            <a:ext cx="128016" cy="128016"/>
          </a:xfrm>
          <a:prstGeom prst="rect">
            <a:avLst/>
          </a:prstGeom>
          <a:solidFill>
            <a:srgbClr val="68E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086600" y="352958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812280" y="4114800"/>
            <a:ext cx="128016" cy="128016"/>
          </a:xfrm>
          <a:prstGeom prst="rect">
            <a:avLst/>
          </a:prstGeom>
          <a:solidFill>
            <a:srgbClr val="68E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086600" y="405993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work/motif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9994392" y="5166360"/>
            <a:ext cx="18288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By the Numbers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731520" y="2011680"/>
            <a:ext cx="3291840" cy="2834640"/>
          </a:xfrm>
          <a:prstGeom prst="rect">
            <a:avLst/>
          </a:prstGeom>
          <a:solidFill>
            <a:srgbClr val="1C2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31520" y="23317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1005840" y="36118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389120" y="2011680"/>
            <a:ext cx="3291840" cy="2834640"/>
          </a:xfrm>
          <a:prstGeom prst="rect">
            <a:avLst/>
          </a:prstGeom>
          <a:solidFill>
            <a:srgbClr val="1C2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389120" y="23317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4663440" y="36118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046720" y="2011680"/>
            <a:ext cx="3291840" cy="2834640"/>
          </a:xfrm>
          <a:prstGeom prst="rect">
            <a:avLst/>
          </a:prstGeom>
          <a:solidFill>
            <a:srgbClr val="1C2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046720" y="23317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8321040" y="36118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work/motif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822960" y="685800"/>
            <a:ext cx="1371600" cy="1028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3040" y="2286000"/>
            <a:ext cx="92628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1463040" y="4297680"/>
            <a:ext cx="9262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work/mot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1512" y="5029200"/>
            <a:ext cx="2011680" cy="1508760"/>
          </a:xfrm>
          <a:prstGeom prst="rect">
            <a:avLst/>
          </a:prstGeom>
        </p:spPr>
      </p:pic>
      <p:pic>
        <p:nvPicPr>
          <p:cNvPr id="3" name="Image 1" descr="/tmp/work/motif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-502920" y="-502920"/>
            <a:ext cx="1463040" cy="1097280"/>
          </a:xfrm>
          <a:prstGeom prst="rect">
            <a:avLst/>
          </a:prstGeom>
        </p:spPr>
      </p:pic>
      <p:pic>
        <p:nvPicPr>
          <p:cNvPr id="4" name="Image 2" descr="/tmp/work/maxim_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68956"/>
            <a:ext cx="10360151" cy="296004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914400" y="342900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6" name="Text 1"/>
          <p:cNvSpPr/>
          <p:nvPr/>
        </p:nvSpPr>
        <p:spPr>
          <a:xfrm>
            <a:off x="914400" y="416052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Widescreen</PresentationFormat>
  <Paragraphs>22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James Williams</cp:lastModifiedBy>
  <cp:revision>6</cp:revision>
  <dcterms:created xsi:type="dcterms:W3CDTF">2026-07-29T03:07:39Z</dcterms:created>
  <dcterms:modified xsi:type="dcterms:W3CDTF">2026-07-30T02:31:23Z</dcterms:modified>
</cp:coreProperties>
</file>