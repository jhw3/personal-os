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18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5029200"/>
            <a:ext cx="2011680" cy="1508760"/>
          </a:xfrm>
          <a:prstGeom prst="rect">
            <a:avLst/>
          </a:prstGeom>
        </p:spPr>
      </p:pic>
      <p:pic>
        <p:nvPicPr>
          <p:cNvPr id="4" name="Image 2" descr="/tmp/work/maxim_logo_transparent_sub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10" y="1208124"/>
            <a:ext cx="10665531" cy="27074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41605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TITLE GOES HERE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914400" y="4800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Subtitle or one-line description · Prepared by [Name]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[Month Year]</a:t>
            </a:r>
            <a:endParaRPr lang="en-US" sz="1200" dirty="0"/>
          </a:p>
        </p:txBody>
      </p:sp>
      <p:pic>
        <p:nvPicPr>
          <p:cNvPr id="9" name="Image 0" descr="/tmp/work/motif.png">
            <a:extLst>
              <a:ext uri="{FF2B5EF4-FFF2-40B4-BE49-F238E27FC236}">
                <a16:creationId xmlns:a16="http://schemas.microsoft.com/office/drawing/2014/main" id="{B3C59680-4528-590A-6C85-4B4314E88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" y="241536"/>
            <a:ext cx="20116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5257800"/>
            <a:ext cx="1737360" cy="1303020"/>
          </a:xfrm>
          <a:prstGeom prst="rect">
            <a:avLst/>
          </a:prstGeom>
        </p:spPr>
      </p:pic>
      <p:pic>
        <p:nvPicPr>
          <p:cNvPr id="3" name="Image 1" descr="/tmp/work/maxi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1463040" cy="4180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71600" y="2295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371600" y="2642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 and what we do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3081528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044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Overview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33924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Landscape, trends, and opportunity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7160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71600" y="4142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mAxIm solves the problem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81144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4581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7160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371600" y="4892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we're headed next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330952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4864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37160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71600" y="56418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need from you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9811512" y="548640"/>
            <a:ext cx="1920240" cy="1440180"/>
          </a:xfrm>
          <a:prstGeom prst="rect">
            <a:avLst/>
          </a:prstGeom>
        </p:spPr>
      </p:pic>
      <p:pic>
        <p:nvPicPr>
          <p:cNvPr id="3" name="Image 1" descr="/tmp/work/motif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-457200" y="5166360"/>
            <a:ext cx="2194560" cy="1645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31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1"/>
          <p:cNvSpPr/>
          <p:nvPr/>
        </p:nvSpPr>
        <p:spPr>
          <a:xfrm>
            <a:off x="86868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brief section subtitle or framing statement goes here.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Highlights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55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1600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Purpose-built automation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51560" y="1947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Workflows designed around how your team actually operates, not a generic template.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98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2743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Enterprise-grade reliability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3090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infrastructure that scales with you, with monitoring and support baked 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41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3886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time to value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51560" y="4233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teams are live within weeks, not quarters, with a guided onboarding process.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084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Human-in-the-loop by design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51560" y="5376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that augments your team's judgment instead of replacing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combine deep technical implementation with hands-on strategic guidance, so automation actually sticks instead of stalling out after the pilot.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852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172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current workflows and identify highest-impact automation opportunities.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solidFill>
            <a:srgbClr val="4D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4133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and deploy automations tailored to your systems and data.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773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50932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17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Monitor, refine, and expand automation coverage across the business.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120640" cy="475488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teams choose mAxIm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12280" y="2523744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866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Dedicated implementation team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12280" y="3054096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86600" y="2999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Pre-built connectors for common tools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12280" y="3584448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8660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Transparent, usage-based pricing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812280" y="4114800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8660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 2 aligned security practices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994392" y="5166360"/>
            <a:ext cx="18288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7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058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retention rate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DA0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4.2x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6634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ROI within year one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8E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wks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3210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Typical time to first automation live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" y="685800"/>
            <a:ext cx="1371600" cy="1028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2286000"/>
            <a:ext cx="9262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“Automation isn’t about replacing people — it’s about giving them room to do their best work.”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63040" y="429768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8E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Name Surname, Title, Company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5029200"/>
            <a:ext cx="2011680" cy="1508760"/>
          </a:xfrm>
          <a:prstGeom prst="rect">
            <a:avLst/>
          </a:prstGeom>
        </p:spPr>
      </p:pic>
      <p:pic>
        <p:nvPicPr>
          <p:cNvPr id="3" name="Image 1" descr="/tmp/work/motif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502920" y="-502920"/>
            <a:ext cx="1463040" cy="1097280"/>
          </a:xfrm>
          <a:prstGeom prst="rect">
            <a:avLst/>
          </a:prstGeom>
        </p:spPr>
      </p:pic>
      <p:pic>
        <p:nvPicPr>
          <p:cNvPr id="4" name="Image 2" descr="/tmp/work/maxi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676" y="2011680"/>
            <a:ext cx="3657600" cy="104502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34290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BCC6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hello@maxim.ai   ·   www.maxim.ai   ·   @maximAI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Williams</cp:lastModifiedBy>
  <cp:revision>4</cp:revision>
  <dcterms:created xsi:type="dcterms:W3CDTF">2026-07-29T03:07:39Z</dcterms:created>
  <dcterms:modified xsi:type="dcterms:W3CDTF">2026-07-29T23:26:28Z</dcterms:modified>
</cp:coreProperties>
</file>